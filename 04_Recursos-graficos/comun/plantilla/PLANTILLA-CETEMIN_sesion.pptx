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  <p:sldMasterId id="2147483655" r:id="rId3"/>
    <p:sldMasterId id="2147483658" r:id="rId4"/>
    <p:sldMasterId id="2147483661" r:id="rId5"/>
    <p:sldMasterId id="2147483665" r:id="rId6"/>
  </p:sldMasterIdLst>
  <p:notesMasterIdLst>
    <p:notesMasterId r:id="rId51"/>
  </p:notesMasterIdLst>
  <p:sldIdLst/>
  <p:sldSz cx="12192000" cy="6858000"/>
  <p:notesSz cx="6858000" cy="9144000"/>
  <p:embeddedFontLst>
    <p:embeddedFont>
      <p:font typeface="Barlow" panose="00000500000000000000" pitchFamily="2" charset="0"/>
      <p:regular r:id="rId52"/>
      <p:bold r:id="rId53"/>
      <p:italic r:id="rId54"/>
      <p:boldItalic r:id="rId55"/>
    </p:embeddedFont>
    <p:embeddedFont>
      <p:font typeface="Candara" panose="020E0502030303020204" pitchFamily="34" charset="0"/>
      <p:regular r:id="rId56"/>
      <p:bold r:id="rId57"/>
      <p:italic r:id="rId58"/>
      <p:boldItalic r:id="rId59"/>
    </p:embeddedFont>
    <p:embeddedFont>
      <p:font typeface="Impact" panose="020B0806030902050204" pitchFamily="34" charset="0"/>
      <p:regular r:id="rId60"/>
    </p:embeddedFont>
    <p:embeddedFont>
      <p:font typeface="Oswald" panose="00000500000000000000" pitchFamily="2" charset="0"/>
      <p:regular r:id="rId61"/>
      <p:bold r:id="rId62"/>
    </p:embeddedFont>
    <p:embeddedFont>
      <p:font typeface="Rubik" panose="020B0604020202020204" charset="-79"/>
      <p:regular r:id="rId63"/>
      <p:bold r:id="rId64"/>
      <p:italic r:id="rId65"/>
      <p:boldItalic r:id="rId6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0" roundtripDataSignature="AMtx7mhaHrUL8ZGxdeYQGkr5NBdI6XWk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45F10DC-93EA-48B0-8162-653F914728C6}">
  <a:tblStyle styleId="{745F10DC-93EA-48B0-8162-653F914728C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05FDB3E-5A26-4B2D-B0E5-F1AE1C144A5F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118" autoAdjust="0"/>
    <p:restoredTop sz="94343" autoAdjust="0"/>
  </p:normalViewPr>
  <p:slideViewPr>
    <p:cSldViewPr snapToGrid="0">
      <p:cViewPr varScale="1">
        <p:scale>
          <a:sx n="65" d="100"/>
          <a:sy n="65" d="100"/>
        </p:scale>
        <p:origin x="69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51" Type="http://schemas.openxmlformats.org/officeDocument/2006/relationships/notesMaster" Target="notesMasters/notesMaster1.xml"/><Relationship Id="rId52" Type="http://schemas.openxmlformats.org/officeDocument/2006/relationships/font" Target="fonts/font1.fntdata"/><Relationship Id="rId53" Type="http://schemas.openxmlformats.org/officeDocument/2006/relationships/font" Target="fonts/font2.fntdata"/><Relationship Id="rId54" Type="http://schemas.openxmlformats.org/officeDocument/2006/relationships/font" Target="fonts/font3.fntdata"/><Relationship Id="rId55" Type="http://schemas.openxmlformats.org/officeDocument/2006/relationships/font" Target="fonts/font4.fntdata"/><Relationship Id="rId56" Type="http://schemas.openxmlformats.org/officeDocument/2006/relationships/font" Target="fonts/font5.fntdata"/><Relationship Id="rId57" Type="http://schemas.openxmlformats.org/officeDocument/2006/relationships/font" Target="fonts/font6.fntdata"/><Relationship Id="rId58" Type="http://schemas.openxmlformats.org/officeDocument/2006/relationships/font" Target="fonts/font7.fntdata"/><Relationship Id="rId59" Type="http://schemas.openxmlformats.org/officeDocument/2006/relationships/font" Target="fonts/font8.fntdata"/><Relationship Id="rId60" Type="http://schemas.openxmlformats.org/officeDocument/2006/relationships/font" Target="fonts/font9.fntdata"/><Relationship Id="rId61" Type="http://schemas.openxmlformats.org/officeDocument/2006/relationships/font" Target="fonts/font10.fntdata"/><Relationship Id="rId62" Type="http://schemas.openxmlformats.org/officeDocument/2006/relationships/font" Target="fonts/font11.fntdata"/><Relationship Id="rId63" Type="http://schemas.openxmlformats.org/officeDocument/2006/relationships/font" Target="fonts/font12.fntdata"/><Relationship Id="rId64" Type="http://schemas.openxmlformats.org/officeDocument/2006/relationships/font" Target="fonts/font13.fntdata"/><Relationship Id="rId65" Type="http://schemas.openxmlformats.org/officeDocument/2006/relationships/font" Target="fonts/font14.fntdata"/><Relationship Id="rId66" Type="http://schemas.openxmlformats.org/officeDocument/2006/relationships/font" Target="fonts/font15.fntdata"/><Relationship Id="rId70" Type="http://customschemas.google.com/relationships/presentationmetadata" Target="metadata"/><Relationship Id="rId71" Type="http://schemas.openxmlformats.org/officeDocument/2006/relationships/presProps" Target="presProps.xml"/><Relationship Id="rId72" Type="http://schemas.openxmlformats.org/officeDocument/2006/relationships/viewProps" Target="viewProps.xml"/><Relationship Id="rId73" Type="http://schemas.openxmlformats.org/officeDocument/2006/relationships/theme" Target="theme/theme1.xml"/><Relationship Id="rId7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seño personalizado">
  <p:cSld name="Diseño personalizad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6"/>
          <p:cNvSpPr txBox="1">
            <a:spLocks noGrp="1"/>
          </p:cNvSpPr>
          <p:nvPr>
            <p:ph type="title"/>
          </p:nvPr>
        </p:nvSpPr>
        <p:spPr>
          <a:xfrm>
            <a:off x="476250" y="2632075"/>
            <a:ext cx="56578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Barlow"/>
              <a:buNone/>
              <a:defRPr sz="44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6"/>
          <p:cNvSpPr txBox="1">
            <a:spLocks noGrp="1"/>
          </p:cNvSpPr>
          <p:nvPr>
            <p:ph type="body" idx="1"/>
          </p:nvPr>
        </p:nvSpPr>
        <p:spPr>
          <a:xfrm>
            <a:off x="476250" y="4171950"/>
            <a:ext cx="56578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CC505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CC505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seño personalizado">
  <p:cSld name="1_Diseño personalizado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8"/>
          <p:cNvSpPr txBox="1">
            <a:spLocks noGrp="1"/>
          </p:cNvSpPr>
          <p:nvPr>
            <p:ph type="title"/>
          </p:nvPr>
        </p:nvSpPr>
        <p:spPr>
          <a:xfrm>
            <a:off x="838200" y="803275"/>
            <a:ext cx="10515600" cy="54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2A4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4"/>
          <p:cNvSpPr txBox="1">
            <a:spLocks noGrp="1"/>
          </p:cNvSpPr>
          <p:nvPr>
            <p:ph type="title"/>
          </p:nvPr>
        </p:nvSpPr>
        <p:spPr>
          <a:xfrm>
            <a:off x="838200" y="803275"/>
            <a:ext cx="10515600" cy="54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2A4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>
  <p:cSld name="Título y objeto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5"/>
          <p:cNvSpPr txBox="1">
            <a:spLocks noGrp="1"/>
          </p:cNvSpPr>
          <p:nvPr>
            <p:ph type="title"/>
          </p:nvPr>
        </p:nvSpPr>
        <p:spPr>
          <a:xfrm>
            <a:off x="838200" y="841375"/>
            <a:ext cx="10515600" cy="54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2A4A"/>
              </a:buClr>
              <a:buSzPts val="2400"/>
              <a:buFont typeface="Barlow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aphicFrame>
        <p:nvGraphicFramePr>
          <p:cNvPr id="23" name="Google Shape;23;p45"/>
          <p:cNvGraphicFramePr/>
          <p:nvPr/>
        </p:nvGraphicFramePr>
        <p:xfrm>
          <a:off x="838200" y="174942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{745F10DC-93EA-48B0-8162-653F914728C6}</a:tableStyleId>
              </a:tblPr>
              <a:tblGrid>
                <a:gridCol w="210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1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Texto 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Texto 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Texto 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Texto 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Texto 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Texto</a:t>
                      </a:r>
                      <a:endParaRPr sz="1600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1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10363200" cy="1780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Barlow"/>
              <a:buNone/>
              <a:defRPr sz="4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1"/>
          <p:cNvSpPr txBox="1"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41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41"/>
          <p:cNvSpPr txBox="1">
            <a:spLocks noGrp="1"/>
          </p:cNvSpPr>
          <p:nvPr>
            <p:ph type="ftr" idx="11"/>
          </p:nvPr>
        </p:nvSpPr>
        <p:spPr>
          <a:xfrm>
            <a:off x="457285" y="5186299"/>
            <a:ext cx="504825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41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6"/>
          <p:cNvSpPr txBox="1">
            <a:spLocks noGrp="1"/>
          </p:cNvSpPr>
          <p:nvPr>
            <p:ph type="title"/>
          </p:nvPr>
        </p:nvSpPr>
        <p:spPr>
          <a:xfrm>
            <a:off x="838200" y="441325"/>
            <a:ext cx="47244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PA FINAL">
  <p:cSld name="TAPA FINAL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8" name="Google Shape;38;p4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47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47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47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2f20290b00a_0_4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>
  <p:cSld name="Imagen con título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f20290b00a_0_4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g2f20290b00a_0_421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925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/>
            </a:lvl1pPr>
            <a:lvl2pPr marL="914400" lvl="1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/>
            </a:lvl2pPr>
            <a:lvl3pPr marL="1371600" lvl="2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/>
            </a:lvl3pPr>
            <a:lvl4pPr marL="1828800" lvl="3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/>
            </a:lvl4pPr>
            <a:lvl5pPr marL="2286000" lvl="4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/>
            </a:lvl5pPr>
            <a:lvl6pPr marL="2743200" lvl="5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g2f20290b00a_0_42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g2f20290b00a_0_42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g2f20290b00a_0_42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seño personalizado">
  <p:cSld name="1_Diseño personalizado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7ff5f2656b_0_34"/>
          <p:cNvSpPr txBox="1">
            <a:spLocks noGrp="1"/>
          </p:cNvSpPr>
          <p:nvPr>
            <p:ph type="title"/>
          </p:nvPr>
        </p:nvSpPr>
        <p:spPr>
          <a:xfrm>
            <a:off x="838200" y="803275"/>
            <a:ext cx="105156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2A4A"/>
              </a:buClr>
              <a:buSzPts val="19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>
  <p:cSld name="Título y objeto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ff5f2656b_0_36"/>
          <p:cNvSpPr txBox="1">
            <a:spLocks noGrp="1"/>
          </p:cNvSpPr>
          <p:nvPr>
            <p:ph type="title"/>
          </p:nvPr>
        </p:nvSpPr>
        <p:spPr>
          <a:xfrm>
            <a:off x="838200" y="841375"/>
            <a:ext cx="105156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2A4A"/>
              </a:buClr>
              <a:buSzPts val="2400"/>
              <a:buFont typeface="Barlow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aphicFrame>
        <p:nvGraphicFramePr>
          <p:cNvPr id="63" name="Google Shape;63;g27ff5f2656b_0_36"/>
          <p:cNvGraphicFramePr/>
          <p:nvPr/>
        </p:nvGraphicFramePr>
        <p:xfrm>
          <a:off x="838200" y="174942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{F05FDB3E-5A26-4B2D-B0E5-F1AE1C144A5F}</a:tableStyleId>
              </a:tblPr>
              <a:tblGrid>
                <a:gridCol w="210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1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Texto </a:t>
                      </a:r>
                      <a:endParaRPr sz="1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75" marR="91475" marT="45725" marB="45725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Texto </a:t>
                      </a:r>
                      <a:endParaRPr sz="1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75" marR="91475" marT="45725" marB="45725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Texto </a:t>
                      </a:r>
                      <a:endParaRPr sz="1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75" marR="91475" marT="45725" marB="45725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Texto </a:t>
                      </a:r>
                      <a:endParaRPr sz="1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75" marR="91475" marT="45725" marB="45725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Texto </a:t>
                      </a:r>
                      <a:endParaRPr sz="1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75" marR="91475" marT="45725" marB="45725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Texto</a:t>
                      </a:r>
                      <a:endParaRPr sz="1600" u="none" strike="noStrike" cap="non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75" marR="91475" marT="45725" marB="45725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75" marR="91475" marT="45725" marB="45725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75" marR="91475" marT="45725" marB="45725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75" marR="91475" marT="45725" marB="45725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75" marR="91475" marT="45725" marB="45725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7ff5f2656b_0_40"/>
          <p:cNvSpPr txBox="1">
            <a:spLocks noGrp="1"/>
          </p:cNvSpPr>
          <p:nvPr>
            <p:ph type="title"/>
          </p:nvPr>
        </p:nvSpPr>
        <p:spPr>
          <a:xfrm>
            <a:off x="838200" y="803275"/>
            <a:ext cx="105156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2A4A"/>
              </a:buClr>
              <a:buSzPts val="19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6" Type="http://schemas.openxmlformats.org/officeDocument/2006/relationships/image" Target="../media/image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theme" Target="../theme/theme3.xml"/><Relationship Id="rId4" Type="http://schemas.openxmlformats.org/officeDocument/2006/relationships/image" Target="../media/image3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theme" Target="../theme/theme4.xml"/><Relationship Id="rId4" Type="http://schemas.openxmlformats.org/officeDocument/2006/relationships/image" Target="../media/image4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theme" Target="../theme/theme5.xml"/><Relationship Id="rId5" Type="http://schemas.openxmlformats.org/officeDocument/2006/relationships/image" Target="../media/image5.pn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theme" Target="../theme/theme6.xml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>
            <a:spLocks noGrp="1"/>
          </p:cNvSpPr>
          <p:nvPr>
            <p:ph type="title"/>
          </p:nvPr>
        </p:nvSpPr>
        <p:spPr>
          <a:xfrm>
            <a:off x="400050" y="2889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6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7"/>
          <p:cNvSpPr txBox="1">
            <a:spLocks noGrp="1"/>
          </p:cNvSpPr>
          <p:nvPr>
            <p:ph type="title"/>
          </p:nvPr>
        </p:nvSpPr>
        <p:spPr>
          <a:xfrm>
            <a:off x="838200" y="803275"/>
            <a:ext cx="10515600" cy="54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2A4A"/>
              </a:buClr>
              <a:buSzPts val="2400"/>
              <a:buFont typeface="Barlow"/>
              <a:buNone/>
              <a:defRPr sz="2400" b="1" i="0" u="none" strike="noStrike" cap="none">
                <a:solidFill>
                  <a:srgbClr val="0B2A4A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47244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"/>
              <a:buNone/>
              <a:defRPr sz="2400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7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5">
            <a:alphaModFix/>
          </a:blip>
          <a:stretch>
            <a:fillRect/>
          </a:stretch>
        </a:blip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2f20290b00a_0_4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mpact"/>
              <a:buNone/>
              <a:defRPr sz="32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g2f20290b00a_0_4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Char char="•"/>
              <a:defRPr sz="1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Char char="•"/>
              <a:defRPr sz="1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g2f20290b00a_0_41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g2f20290b00a_0_41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g2f20290b00a_0_41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6">
            <a:alphaModFix/>
          </a:blip>
          <a:stretch>
            <a:fillRect/>
          </a:stretch>
        </a:blip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7ff5f2656b_0_32"/>
          <p:cNvSpPr txBox="1">
            <a:spLocks noGrp="1"/>
          </p:cNvSpPr>
          <p:nvPr>
            <p:ph type="title"/>
          </p:nvPr>
        </p:nvSpPr>
        <p:spPr>
          <a:xfrm>
            <a:off x="838200" y="803275"/>
            <a:ext cx="105156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2A4A"/>
              </a:buClr>
              <a:buSzPts val="2400"/>
              <a:buFont typeface="Barlow"/>
              <a:buNone/>
              <a:defRPr sz="2400" b="1" i="0" u="none" strike="noStrike" cap="none">
                <a:solidFill>
                  <a:srgbClr val="0B2A4A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name="1_Diseño personalizad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Diseño personalizad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Diseño personalizad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SEPARADOR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1002</Words>
  <Application>Microsoft Office PowerPoint</Application>
  <PresentationFormat>Panorámica</PresentationFormat>
  <Paragraphs>148</Paragraphs>
  <Slides>44</Slides>
  <Notes>44</Notes>
  <HiddenSlides>0</HiddenSlides>
  <MMClips>5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6</vt:i4>
      </vt:variant>
      <vt:variant>
        <vt:lpstr>Títulos de diapositiva</vt:lpstr>
      </vt:variant>
      <vt:variant>
        <vt:i4>44</vt:i4>
      </vt:variant>
    </vt:vector>
  </HeadingPairs>
  <TitlesOfParts>
    <vt:vector size="57" baseType="lpstr">
      <vt:lpstr>Oswald</vt:lpstr>
      <vt:lpstr>Arial</vt:lpstr>
      <vt:lpstr>Rubik</vt:lpstr>
      <vt:lpstr>Barlow</vt:lpstr>
      <vt:lpstr>Candara</vt:lpstr>
      <vt:lpstr>Impact</vt:lpstr>
      <vt:lpstr>Calibri</vt:lpstr>
      <vt:lpstr>1_Diseño personalizado</vt:lpstr>
      <vt:lpstr>Tema de Office</vt:lpstr>
      <vt:lpstr>2_Diseño personalizado</vt:lpstr>
      <vt:lpstr>Diseño personalizado</vt:lpstr>
      <vt:lpstr>SEPARADOR</vt:lpstr>
      <vt:lpstr>Tema de Office</vt:lpstr>
      <vt:lpstr>PROGRAMA SEGURIDAD INDUSTRIAL</vt:lpstr>
      <vt:lpstr>Presentación de PowerPoint</vt:lpstr>
      <vt:lpstr>Presentación de PowerPoint</vt:lpstr>
      <vt:lpstr>Presentación de PowerPoint</vt:lpstr>
      <vt:lpstr>Presentación de PowerPoint</vt:lpstr>
      <vt:lpstr>APRENDIZAJE PREVISTO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Trabajo en equipos:</vt:lpstr>
      <vt:lpstr>Caso práctico 1:  Contexto: Observe el video y responda la siguiente pregunta.  ¿Qué factores de riesgo disergonómicos se identifican en esta situación?</vt:lpstr>
      <vt:lpstr>Caso práctico 2:  Contexto: Observe el video y responda la siguiente pregunta.  ¿Qué factores de riesgo disergonómicos se identifican en esta situación?</vt:lpstr>
      <vt:lpstr>Caso práctico 3:  Contexto: Observe el video y responda la siguiente pregunta.  ¿Qué factores de riesgo disergonómicos se identifican en esta situación?</vt:lpstr>
      <vt:lpstr>Caso práctico 4:  Contexto: Observe el video y responda la siguiente pregunta.  ¿Qué factores de riesgo disergonómicos se identifican en esta situación?</vt:lpstr>
      <vt:lpstr>Caso práctico 5:  Contexto: Observe el video y responda la siguiente pregunta.  ¿Qué factores de riesgo disergonómicos se identifican en esta situación?</vt:lpstr>
      <vt:lpstr>Presentación de PowerPoint</vt:lpstr>
      <vt:lpstr>Presentación de PowerPoint</vt:lpstr>
      <vt:lpstr>Presentación de PowerPoint</vt:lpstr>
      <vt:lpstr>Responder las siguientes preguntas: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 SEGURIDAD INDUSTRIAL</dc:title>
  <dc:creator>cetemin</dc:creator>
  <cp:lastModifiedBy>Edwin Baltodano Sánchez</cp:lastModifiedBy>
  <cp:revision>6</cp:revision>
  <dcterms:created xsi:type="dcterms:W3CDTF">2022-08-12T13:21:01Z</dcterms:created>
  <dcterms:modified xsi:type="dcterms:W3CDTF">2026-04-21T15:12:18Z</dcterms:modified>
</cp:coreProperties>
</file>